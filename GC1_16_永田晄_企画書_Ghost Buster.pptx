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59" r:id="rId8"/>
    <p:sldId id="266" r:id="rId9"/>
    <p:sldId id="267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D426B-4716-4270-ACF3-E48E4E3FB6D2}" v="59" dt="2025-10-03T07:31:08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永田 晄" userId="e1bdd7db-bdb3-4516-b255-cbd5b86bb67e" providerId="ADAL" clId="{F7AD426B-4716-4270-ACF3-E48E4E3FB6D2}"/>
    <pc:docChg chg="undo custSel addSld delSld modSld sldOrd">
      <pc:chgData name="永田 晄" userId="e1bdd7db-bdb3-4516-b255-cbd5b86bb67e" providerId="ADAL" clId="{F7AD426B-4716-4270-ACF3-E48E4E3FB6D2}" dt="2025-10-10T03:32:12.953" v="3530" actId="20577"/>
      <pc:docMkLst>
        <pc:docMk/>
      </pc:docMkLst>
      <pc:sldChg chg="addSp delSp modSp mod delDesignElem">
        <pc:chgData name="永田 晄" userId="e1bdd7db-bdb3-4516-b255-cbd5b86bb67e" providerId="ADAL" clId="{F7AD426B-4716-4270-ACF3-E48E4E3FB6D2}" dt="2025-10-03T04:51:47.442" v="2127" actId="20577"/>
        <pc:sldMkLst>
          <pc:docMk/>
          <pc:sldMk cId="207773502" sldId="256"/>
        </pc:sldMkLst>
        <pc:spChg chg="add mod">
          <ac:chgData name="永田 晄" userId="e1bdd7db-bdb3-4516-b255-cbd5b86bb67e" providerId="ADAL" clId="{F7AD426B-4716-4270-ACF3-E48E4E3FB6D2}" dt="2025-10-03T04:51:47.442" v="2127" actId="20577"/>
          <ac:spMkLst>
            <pc:docMk/>
            <pc:sldMk cId="207773502" sldId="256"/>
            <ac:spMk id="3" creationId="{855E2F77-D49C-5EFD-FC75-C0C1A2E72F8C}"/>
          </ac:spMkLst>
        </pc:spChg>
        <pc:spChg chg="mod">
          <ac:chgData name="永田 晄" userId="e1bdd7db-bdb3-4516-b255-cbd5b86bb67e" providerId="ADAL" clId="{F7AD426B-4716-4270-ACF3-E48E4E3FB6D2}" dt="2025-10-03T04:42:09.243" v="1900" actId="20577"/>
          <ac:spMkLst>
            <pc:docMk/>
            <pc:sldMk cId="207773502" sldId="256"/>
            <ac:spMk id="4" creationId="{C54AF78B-7846-9CF7-7A68-53F5FF5961DD}"/>
          </ac:spMkLst>
        </pc:spChg>
      </pc:sldChg>
      <pc:sldChg chg="delSp modSp mod delDesignElem">
        <pc:chgData name="永田 晄" userId="e1bdd7db-bdb3-4516-b255-cbd5b86bb67e" providerId="ADAL" clId="{F7AD426B-4716-4270-ACF3-E48E4E3FB6D2}" dt="2025-10-03T07:00:51.896" v="3328" actId="20577"/>
        <pc:sldMkLst>
          <pc:docMk/>
          <pc:sldMk cId="1711665637" sldId="257"/>
        </pc:sldMkLst>
        <pc:spChg chg="mod">
          <ac:chgData name="永田 晄" userId="e1bdd7db-bdb3-4516-b255-cbd5b86bb67e" providerId="ADAL" clId="{F7AD426B-4716-4270-ACF3-E48E4E3FB6D2}" dt="2025-10-03T04:51:59.618" v="2131" actId="14100"/>
          <ac:spMkLst>
            <pc:docMk/>
            <pc:sldMk cId="1711665637" sldId="257"/>
            <ac:spMk id="2" creationId="{4AA1D72A-7DA0-7792-E020-154FA439607E}"/>
          </ac:spMkLst>
        </pc:spChg>
        <pc:spChg chg="mod">
          <ac:chgData name="永田 晄" userId="e1bdd7db-bdb3-4516-b255-cbd5b86bb67e" providerId="ADAL" clId="{F7AD426B-4716-4270-ACF3-E48E4E3FB6D2}" dt="2025-10-03T07:00:51.896" v="3328" actId="20577"/>
          <ac:spMkLst>
            <pc:docMk/>
            <pc:sldMk cId="1711665637" sldId="257"/>
            <ac:spMk id="4" creationId="{216FF055-BEFA-6315-5A2D-EA2DE4ACC650}"/>
          </ac:spMkLst>
        </pc:spChg>
        <pc:picChg chg="mod">
          <ac:chgData name="永田 晄" userId="e1bdd7db-bdb3-4516-b255-cbd5b86bb67e" providerId="ADAL" clId="{F7AD426B-4716-4270-ACF3-E48E4E3FB6D2}" dt="2025-10-03T01:24:42.416" v="584"/>
          <ac:picMkLst>
            <pc:docMk/>
            <pc:sldMk cId="1711665637" sldId="257"/>
            <ac:picMk id="7" creationId="{DB4BF3F4-317A-4D58-ADDC-0ED6791FA2ED}"/>
          </ac:picMkLst>
        </pc:picChg>
      </pc:sldChg>
      <pc:sldChg chg="addSp delSp modSp mod delDesignElem">
        <pc:chgData name="永田 晄" userId="e1bdd7db-bdb3-4516-b255-cbd5b86bb67e" providerId="ADAL" clId="{F7AD426B-4716-4270-ACF3-E48E4E3FB6D2}" dt="2025-10-03T07:06:08.593" v="3352" actId="1076"/>
        <pc:sldMkLst>
          <pc:docMk/>
          <pc:sldMk cId="293108678" sldId="259"/>
        </pc:sldMkLst>
        <pc:spChg chg="mod">
          <ac:chgData name="永田 晄" userId="e1bdd7db-bdb3-4516-b255-cbd5b86bb67e" providerId="ADAL" clId="{F7AD426B-4716-4270-ACF3-E48E4E3FB6D2}" dt="2025-10-03T07:06:08.593" v="3352" actId="1076"/>
          <ac:spMkLst>
            <pc:docMk/>
            <pc:sldMk cId="293108678" sldId="259"/>
            <ac:spMk id="2" creationId="{9CE92078-0A7E-7F2C-B76A-1096CC35D49F}"/>
          </ac:spMkLst>
        </pc:spChg>
        <pc:spChg chg="mod">
          <ac:chgData name="永田 晄" userId="e1bdd7db-bdb3-4516-b255-cbd5b86bb67e" providerId="ADAL" clId="{F7AD426B-4716-4270-ACF3-E48E4E3FB6D2}" dt="2025-10-03T07:05:55.845" v="3349" actId="26606"/>
          <ac:spMkLst>
            <pc:docMk/>
            <pc:sldMk cId="293108678" sldId="259"/>
            <ac:spMk id="4" creationId="{140DF829-7C79-5F3C-6257-005D9D427628}"/>
          </ac:spMkLst>
        </pc:spChg>
        <pc:spChg chg="add">
          <ac:chgData name="永田 晄" userId="e1bdd7db-bdb3-4516-b255-cbd5b86bb67e" providerId="ADAL" clId="{F7AD426B-4716-4270-ACF3-E48E4E3FB6D2}" dt="2025-10-03T07:05:55.845" v="3349" actId="26606"/>
          <ac:spMkLst>
            <pc:docMk/>
            <pc:sldMk cId="293108678" sldId="259"/>
            <ac:spMk id="26" creationId="{49B9E8A9-352D-4DCB-9485-C777000D4979}"/>
          </ac:spMkLst>
        </pc:spChg>
        <pc:spChg chg="add">
          <ac:chgData name="永田 晄" userId="e1bdd7db-bdb3-4516-b255-cbd5b86bb67e" providerId="ADAL" clId="{F7AD426B-4716-4270-ACF3-E48E4E3FB6D2}" dt="2025-10-03T07:05:55.845" v="3349" actId="26606"/>
          <ac:spMkLst>
            <pc:docMk/>
            <pc:sldMk cId="293108678" sldId="259"/>
            <ac:spMk id="28" creationId="{C2A9B0E5-C2C1-4B85-99A9-117A659D5FE0}"/>
          </ac:spMkLst>
        </pc:spChg>
        <pc:spChg chg="add">
          <ac:chgData name="永田 晄" userId="e1bdd7db-bdb3-4516-b255-cbd5b86bb67e" providerId="ADAL" clId="{F7AD426B-4716-4270-ACF3-E48E4E3FB6D2}" dt="2025-10-03T07:05:55.845" v="3349" actId="26606"/>
          <ac:spMkLst>
            <pc:docMk/>
            <pc:sldMk cId="293108678" sldId="259"/>
            <ac:spMk id="30" creationId="{3A8AEACA-9535-4BE8-A91B-8BE82BA54751}"/>
          </ac:spMkLst>
        </pc:spChg>
        <pc:picChg chg="add mod ord">
          <ac:chgData name="永田 晄" userId="e1bdd7db-bdb3-4516-b255-cbd5b86bb67e" providerId="ADAL" clId="{F7AD426B-4716-4270-ACF3-E48E4E3FB6D2}" dt="2025-10-03T07:05:55.845" v="3349" actId="26606"/>
          <ac:picMkLst>
            <pc:docMk/>
            <pc:sldMk cId="293108678" sldId="259"/>
            <ac:picMk id="8" creationId="{CC31F9C6-6736-5608-018F-289E6CB5357B}"/>
          </ac:picMkLst>
        </pc:picChg>
        <pc:picChg chg="add mod ord">
          <ac:chgData name="永田 晄" userId="e1bdd7db-bdb3-4516-b255-cbd5b86bb67e" providerId="ADAL" clId="{F7AD426B-4716-4270-ACF3-E48E4E3FB6D2}" dt="2025-10-03T07:05:55.845" v="3349" actId="26606"/>
          <ac:picMkLst>
            <pc:docMk/>
            <pc:sldMk cId="293108678" sldId="259"/>
            <ac:picMk id="10" creationId="{05102EA3-089B-9EB8-2220-7B585728ADF1}"/>
          </ac:picMkLst>
        </pc:picChg>
      </pc:sldChg>
      <pc:sldChg chg="addSp delSp modSp mod delDesignElem">
        <pc:chgData name="永田 晄" userId="e1bdd7db-bdb3-4516-b255-cbd5b86bb67e" providerId="ADAL" clId="{F7AD426B-4716-4270-ACF3-E48E4E3FB6D2}" dt="2025-10-03T07:01:23.429" v="3340" actId="20577"/>
        <pc:sldMkLst>
          <pc:docMk/>
          <pc:sldMk cId="3213348794" sldId="260"/>
        </pc:sldMkLst>
        <pc:spChg chg="mod">
          <ac:chgData name="永田 晄" userId="e1bdd7db-bdb3-4516-b255-cbd5b86bb67e" providerId="ADAL" clId="{F7AD426B-4716-4270-ACF3-E48E4E3FB6D2}" dt="2025-10-03T04:57:40.372" v="2323" actId="1076"/>
          <ac:spMkLst>
            <pc:docMk/>
            <pc:sldMk cId="3213348794" sldId="260"/>
            <ac:spMk id="2" creationId="{9457D2F5-4104-6DDA-0559-84DBFA416D06}"/>
          </ac:spMkLst>
        </pc:spChg>
        <pc:spChg chg="mod">
          <ac:chgData name="永田 晄" userId="e1bdd7db-bdb3-4516-b255-cbd5b86bb67e" providerId="ADAL" clId="{F7AD426B-4716-4270-ACF3-E48E4E3FB6D2}" dt="2025-10-03T07:01:23.429" v="3340" actId="20577"/>
          <ac:spMkLst>
            <pc:docMk/>
            <pc:sldMk cId="3213348794" sldId="260"/>
            <ac:spMk id="4" creationId="{CA2C8799-A542-8B61-584D-44F966D968EE}"/>
          </ac:spMkLst>
        </pc:spChg>
        <pc:spChg chg="add">
          <ac:chgData name="永田 晄" userId="e1bdd7db-bdb3-4516-b255-cbd5b86bb67e" providerId="ADAL" clId="{F7AD426B-4716-4270-ACF3-E48E4E3FB6D2}" dt="2025-10-03T04:57:16.028" v="2316" actId="26606"/>
          <ac:spMkLst>
            <pc:docMk/>
            <pc:sldMk cId="3213348794" sldId="260"/>
            <ac:spMk id="25" creationId="{352BEC0E-22F8-46D0-9632-375DB541B06C}"/>
          </ac:spMkLst>
        </pc:spChg>
        <pc:spChg chg="add">
          <ac:chgData name="永田 晄" userId="e1bdd7db-bdb3-4516-b255-cbd5b86bb67e" providerId="ADAL" clId="{F7AD426B-4716-4270-ACF3-E48E4E3FB6D2}" dt="2025-10-03T04:57:16.028" v="2316" actId="26606"/>
          <ac:spMkLst>
            <pc:docMk/>
            <pc:sldMk cId="3213348794" sldId="260"/>
            <ac:spMk id="26" creationId="{3FCFB1DE-0B7E-48CC-BA90-B2AB0889F9D6}"/>
          </ac:spMkLst>
        </pc:spChg>
        <pc:picChg chg="mod ord">
          <ac:chgData name="永田 晄" userId="e1bdd7db-bdb3-4516-b255-cbd5b86bb67e" providerId="ADAL" clId="{F7AD426B-4716-4270-ACF3-E48E4E3FB6D2}" dt="2025-10-03T04:57:16.028" v="2316" actId="26606"/>
          <ac:picMkLst>
            <pc:docMk/>
            <pc:sldMk cId="3213348794" sldId="260"/>
            <ac:picMk id="8" creationId="{04B4AA25-C80D-75FC-0862-3C4666A059C5}"/>
          </ac:picMkLst>
        </pc:picChg>
        <pc:picChg chg="mod ord">
          <ac:chgData name="永田 晄" userId="e1bdd7db-bdb3-4516-b255-cbd5b86bb67e" providerId="ADAL" clId="{F7AD426B-4716-4270-ACF3-E48E4E3FB6D2}" dt="2025-10-03T04:57:16.028" v="2316" actId="26606"/>
          <ac:picMkLst>
            <pc:docMk/>
            <pc:sldMk cId="3213348794" sldId="260"/>
            <ac:picMk id="9" creationId="{0BC5933E-85D6-F8E1-5773-4869D4E8CDE3}"/>
          </ac:picMkLst>
        </pc:picChg>
      </pc:sldChg>
      <pc:sldChg chg="delSp modSp mod delDesignElem">
        <pc:chgData name="永田 晄" userId="e1bdd7db-bdb3-4516-b255-cbd5b86bb67e" providerId="ADAL" clId="{F7AD426B-4716-4270-ACF3-E48E4E3FB6D2}" dt="2025-10-03T07:22:17.184" v="3403" actId="14100"/>
        <pc:sldMkLst>
          <pc:docMk/>
          <pc:sldMk cId="3021563825" sldId="261"/>
        </pc:sldMkLst>
        <pc:spChg chg="mod">
          <ac:chgData name="永田 晄" userId="e1bdd7db-bdb3-4516-b255-cbd5b86bb67e" providerId="ADAL" clId="{F7AD426B-4716-4270-ACF3-E48E4E3FB6D2}" dt="2025-10-03T04:58:30.351" v="2388" actId="1076"/>
          <ac:spMkLst>
            <pc:docMk/>
            <pc:sldMk cId="3021563825" sldId="261"/>
            <ac:spMk id="2" creationId="{CA51BDA5-63F1-9F4A-D65A-C2892CA1D283}"/>
          </ac:spMkLst>
        </pc:spChg>
        <pc:spChg chg="mod">
          <ac:chgData name="永田 晄" userId="e1bdd7db-bdb3-4516-b255-cbd5b86bb67e" providerId="ADAL" clId="{F7AD426B-4716-4270-ACF3-E48E4E3FB6D2}" dt="2025-10-03T07:22:17.184" v="3403" actId="14100"/>
          <ac:spMkLst>
            <pc:docMk/>
            <pc:sldMk cId="3021563825" sldId="261"/>
            <ac:spMk id="4" creationId="{B4A60E4B-C1D4-6D77-959F-C3251A7AA419}"/>
          </ac:spMkLst>
        </pc:spChg>
        <pc:picChg chg="mod">
          <ac:chgData name="永田 晄" userId="e1bdd7db-bdb3-4516-b255-cbd5b86bb67e" providerId="ADAL" clId="{F7AD426B-4716-4270-ACF3-E48E4E3FB6D2}" dt="2025-10-03T01:24:42.416" v="584"/>
          <ac:picMkLst>
            <pc:docMk/>
            <pc:sldMk cId="3021563825" sldId="261"/>
            <ac:picMk id="8" creationId="{403B4E0E-EED3-673F-7D53-B75DA68DFDDE}"/>
          </ac:picMkLst>
        </pc:picChg>
      </pc:sldChg>
      <pc:sldChg chg="addSp delSp modSp mod ord delDesignElem">
        <pc:chgData name="永田 晄" userId="e1bdd7db-bdb3-4516-b255-cbd5b86bb67e" providerId="ADAL" clId="{F7AD426B-4716-4270-ACF3-E48E4E3FB6D2}" dt="2025-10-03T07:33:37.791" v="3431" actId="20577"/>
        <pc:sldMkLst>
          <pc:docMk/>
          <pc:sldMk cId="2843263952" sldId="262"/>
        </pc:sldMkLst>
        <pc:spChg chg="mod">
          <ac:chgData name="永田 晄" userId="e1bdd7db-bdb3-4516-b255-cbd5b86bb67e" providerId="ADAL" clId="{F7AD426B-4716-4270-ACF3-E48E4E3FB6D2}" dt="2025-10-03T04:58:42.984" v="2392" actId="1076"/>
          <ac:spMkLst>
            <pc:docMk/>
            <pc:sldMk cId="2843263952" sldId="262"/>
            <ac:spMk id="2" creationId="{FEA79961-F543-12E5-6AB1-66DE3214E702}"/>
          </ac:spMkLst>
        </pc:spChg>
        <pc:spChg chg="mod">
          <ac:chgData name="永田 晄" userId="e1bdd7db-bdb3-4516-b255-cbd5b86bb67e" providerId="ADAL" clId="{F7AD426B-4716-4270-ACF3-E48E4E3FB6D2}" dt="2025-10-03T07:33:37.791" v="3431" actId="20577"/>
          <ac:spMkLst>
            <pc:docMk/>
            <pc:sldMk cId="2843263952" sldId="262"/>
            <ac:spMk id="4" creationId="{B2F04C6D-316A-D5F2-C8E8-0FDC1649326B}"/>
          </ac:spMkLst>
        </pc:spChg>
        <pc:picChg chg="mod">
          <ac:chgData name="永田 晄" userId="e1bdd7db-bdb3-4516-b255-cbd5b86bb67e" providerId="ADAL" clId="{F7AD426B-4716-4270-ACF3-E48E4E3FB6D2}" dt="2025-10-03T07:31:08.144" v="3408" actId="14826"/>
          <ac:picMkLst>
            <pc:docMk/>
            <pc:sldMk cId="2843263952" sldId="262"/>
            <ac:picMk id="6" creationId="{B43A82C1-092C-E885-48AC-09314FBB0918}"/>
          </ac:picMkLst>
        </pc:picChg>
      </pc:sldChg>
      <pc:sldChg chg="addSp delSp modSp mod ord delDesignElem">
        <pc:chgData name="永田 晄" userId="e1bdd7db-bdb3-4516-b255-cbd5b86bb67e" providerId="ADAL" clId="{F7AD426B-4716-4270-ACF3-E48E4E3FB6D2}" dt="2025-10-03T07:08:22.131" v="3370" actId="34135"/>
        <pc:sldMkLst>
          <pc:docMk/>
          <pc:sldMk cId="2084934008" sldId="263"/>
        </pc:sldMkLst>
        <pc:spChg chg="mod">
          <ac:chgData name="永田 晄" userId="e1bdd7db-bdb3-4516-b255-cbd5b86bb67e" providerId="ADAL" clId="{F7AD426B-4716-4270-ACF3-E48E4E3FB6D2}" dt="2025-10-03T04:58:56.850" v="2396" actId="1076"/>
          <ac:spMkLst>
            <pc:docMk/>
            <pc:sldMk cId="2084934008" sldId="263"/>
            <ac:spMk id="2" creationId="{9D0E949B-D034-FEAB-1845-098D0A7B3FBA}"/>
          </ac:spMkLst>
        </pc:spChg>
        <pc:spChg chg="add mod">
          <ac:chgData name="永田 晄" userId="e1bdd7db-bdb3-4516-b255-cbd5b86bb67e" providerId="ADAL" clId="{F7AD426B-4716-4270-ACF3-E48E4E3FB6D2}" dt="2025-10-03T07:08:22.131" v="3370" actId="34135"/>
          <ac:spMkLst>
            <pc:docMk/>
            <pc:sldMk cId="2084934008" sldId="263"/>
            <ac:spMk id="3" creationId="{547DFD87-E77E-86A4-8E80-3C40D83EA4A5}"/>
          </ac:spMkLst>
        </pc:spChg>
        <pc:spChg chg="mod">
          <ac:chgData name="永田 晄" userId="e1bdd7db-bdb3-4516-b255-cbd5b86bb67e" providerId="ADAL" clId="{F7AD426B-4716-4270-ACF3-E48E4E3FB6D2}" dt="2025-10-03T04:56:23.545" v="2308" actId="26606"/>
          <ac:spMkLst>
            <pc:docMk/>
            <pc:sldMk cId="2084934008" sldId="263"/>
            <ac:spMk id="4" creationId="{F64BFF7B-24C6-2E62-59FE-EA13051E4511}"/>
          </ac:spMkLst>
        </pc:spChg>
        <pc:spChg chg="mod">
          <ac:chgData name="永田 晄" userId="e1bdd7db-bdb3-4516-b255-cbd5b86bb67e" providerId="ADAL" clId="{F7AD426B-4716-4270-ACF3-E48E4E3FB6D2}" dt="2025-10-03T04:56:28.020" v="2309" actId="1076"/>
          <ac:spMkLst>
            <pc:docMk/>
            <pc:sldMk cId="2084934008" sldId="263"/>
            <ac:spMk id="7" creationId="{E07E14C9-075F-AE8A-2E7A-1EF6EA4E1925}"/>
          </ac:spMkLst>
        </pc:spChg>
        <pc:spChg chg="add mod">
          <ac:chgData name="永田 晄" userId="e1bdd7db-bdb3-4516-b255-cbd5b86bb67e" providerId="ADAL" clId="{F7AD426B-4716-4270-ACF3-E48E4E3FB6D2}" dt="2025-10-03T07:08:22.131" v="3370" actId="34135"/>
          <ac:spMkLst>
            <pc:docMk/>
            <pc:sldMk cId="2084934008" sldId="263"/>
            <ac:spMk id="8" creationId="{468B80D1-67D8-08F5-9281-EAE3EB5D3F82}"/>
          </ac:spMkLst>
        </pc:spChg>
        <pc:spChg chg="add mod">
          <ac:chgData name="永田 晄" userId="e1bdd7db-bdb3-4516-b255-cbd5b86bb67e" providerId="ADAL" clId="{F7AD426B-4716-4270-ACF3-E48E4E3FB6D2}" dt="2025-10-03T07:08:22.131" v="3370" actId="34135"/>
          <ac:spMkLst>
            <pc:docMk/>
            <pc:sldMk cId="2084934008" sldId="263"/>
            <ac:spMk id="9" creationId="{1DEC0F3A-F7D7-0AA8-2022-D4889880479E}"/>
          </ac:spMkLst>
        </pc:spChg>
        <pc:spChg chg="add mod">
          <ac:chgData name="永田 晄" userId="e1bdd7db-bdb3-4516-b255-cbd5b86bb67e" providerId="ADAL" clId="{F7AD426B-4716-4270-ACF3-E48E4E3FB6D2}" dt="2025-10-03T07:08:22.131" v="3370" actId="34135"/>
          <ac:spMkLst>
            <pc:docMk/>
            <pc:sldMk cId="2084934008" sldId="263"/>
            <ac:spMk id="10" creationId="{6EC9FC2F-4411-FD9D-4028-32A4B9E0D4EF}"/>
          </ac:spMkLst>
        </pc:spChg>
        <pc:spChg chg="add">
          <ac:chgData name="永田 晄" userId="e1bdd7db-bdb3-4516-b255-cbd5b86bb67e" providerId="ADAL" clId="{F7AD426B-4716-4270-ACF3-E48E4E3FB6D2}" dt="2025-10-03T04:56:23.545" v="2308" actId="26606"/>
          <ac:spMkLst>
            <pc:docMk/>
            <pc:sldMk cId="2084934008" sldId="263"/>
            <ac:spMk id="15" creationId="{2B97F24A-32CE-4C1C-A50D-3016B394DCFB}"/>
          </ac:spMkLst>
        </pc:spChg>
        <pc:spChg chg="add">
          <ac:chgData name="永田 晄" userId="e1bdd7db-bdb3-4516-b255-cbd5b86bb67e" providerId="ADAL" clId="{F7AD426B-4716-4270-ACF3-E48E4E3FB6D2}" dt="2025-10-03T04:56:23.545" v="2308" actId="26606"/>
          <ac:spMkLst>
            <pc:docMk/>
            <pc:sldMk cId="2084934008" sldId="263"/>
            <ac:spMk id="17" creationId="{CD8B4F24-440B-49E9-B85D-733523DC064B}"/>
          </ac:spMkLst>
        </pc:spChg>
        <pc:picChg chg="mod ord">
          <ac:chgData name="永田 晄" userId="e1bdd7db-bdb3-4516-b255-cbd5b86bb67e" providerId="ADAL" clId="{F7AD426B-4716-4270-ACF3-E48E4E3FB6D2}" dt="2025-10-03T04:56:23.545" v="2308" actId="26606"/>
          <ac:picMkLst>
            <pc:docMk/>
            <pc:sldMk cId="2084934008" sldId="263"/>
            <ac:picMk id="6" creationId="{BB38803E-D7F3-C79C-1898-51C0C482F02E}"/>
          </ac:picMkLst>
        </pc:picChg>
      </pc:sldChg>
      <pc:sldChg chg="addSp delSp modSp new mod ord">
        <pc:chgData name="永田 晄" userId="e1bdd7db-bdb3-4516-b255-cbd5b86bb67e" providerId="ADAL" clId="{F7AD426B-4716-4270-ACF3-E48E4E3FB6D2}" dt="2025-10-03T07:20:19.511" v="3389" actId="34135"/>
        <pc:sldMkLst>
          <pc:docMk/>
          <pc:sldMk cId="1651900069" sldId="264"/>
        </pc:sldMkLst>
        <pc:spChg chg="mod">
          <ac:chgData name="永田 晄" userId="e1bdd7db-bdb3-4516-b255-cbd5b86bb67e" providerId="ADAL" clId="{F7AD426B-4716-4270-ACF3-E48E4E3FB6D2}" dt="2025-10-03T00:56:35.030" v="29" actId="14100"/>
          <ac:spMkLst>
            <pc:docMk/>
            <pc:sldMk cId="1651900069" sldId="264"/>
            <ac:spMk id="2" creationId="{8B18CF3F-0F57-F081-F306-53FC87862ECB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3" creationId="{886062AA-4106-766C-AA3B-2E3BE14CAC0F}"/>
          </ac:spMkLst>
        </pc:spChg>
        <pc:spChg chg="mod">
          <ac:chgData name="永田 晄" userId="e1bdd7db-bdb3-4516-b255-cbd5b86bb67e" providerId="ADAL" clId="{F7AD426B-4716-4270-ACF3-E48E4E3FB6D2}" dt="2025-10-03T07:19:59.049" v="3387" actId="113"/>
          <ac:spMkLst>
            <pc:docMk/>
            <pc:sldMk cId="1651900069" sldId="264"/>
            <ac:spMk id="4" creationId="{C927E262-BE33-2A4A-7347-41F143940C20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5" creationId="{40313602-E4DE-15BA-5DC3-2D6A719BE110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6" creationId="{DD87E881-CA0B-AAC1-21A6-397F9793084D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7" creationId="{0B15C794-80F1-4E5B-6A33-FF19AA3182CC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8" creationId="{498729C9-09EF-9126-EABB-D090678787C8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9" creationId="{13806B07-936C-72DB-2CF1-BF59F78B9D88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11" creationId="{2548C8B5-0BD5-7DC6-AF6F-012035AFC729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12" creationId="{29AD8DAA-232F-3DE2-01EE-389EFDB2771E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13" creationId="{6772AA27-AFAA-BC5C-1E94-3654B0AEF876}"/>
          </ac:spMkLst>
        </pc:spChg>
        <pc:spChg chg="add mod">
          <ac:chgData name="永田 晄" userId="e1bdd7db-bdb3-4516-b255-cbd5b86bb67e" providerId="ADAL" clId="{F7AD426B-4716-4270-ACF3-E48E4E3FB6D2}" dt="2025-10-03T07:20:19.511" v="3389" actId="34135"/>
          <ac:spMkLst>
            <pc:docMk/>
            <pc:sldMk cId="1651900069" sldId="264"/>
            <ac:spMk id="14" creationId="{BD00A1EE-A3AC-6C69-B08F-27A3FCCCCD13}"/>
          </ac:spMkLst>
        </pc:spChg>
      </pc:sldChg>
      <pc:sldChg chg="addSp delSp modSp new mod ord setBg">
        <pc:chgData name="永田 晄" userId="e1bdd7db-bdb3-4516-b255-cbd5b86bb67e" providerId="ADAL" clId="{F7AD426B-4716-4270-ACF3-E48E4E3FB6D2}" dt="2025-10-03T07:19:24.777" v="3385" actId="6549"/>
        <pc:sldMkLst>
          <pc:docMk/>
          <pc:sldMk cId="2454200697" sldId="265"/>
        </pc:sldMkLst>
        <pc:spChg chg="mod">
          <ac:chgData name="永田 晄" userId="e1bdd7db-bdb3-4516-b255-cbd5b86bb67e" providerId="ADAL" clId="{F7AD426B-4716-4270-ACF3-E48E4E3FB6D2}" dt="2025-10-03T07:18:40.197" v="3375" actId="26606"/>
          <ac:spMkLst>
            <pc:docMk/>
            <pc:sldMk cId="2454200697" sldId="265"/>
            <ac:spMk id="2" creationId="{A08F74E5-22AE-AC90-A96D-1F12079B1B23}"/>
          </ac:spMkLst>
        </pc:spChg>
        <pc:spChg chg="mod">
          <ac:chgData name="永田 晄" userId="e1bdd7db-bdb3-4516-b255-cbd5b86bb67e" providerId="ADAL" clId="{F7AD426B-4716-4270-ACF3-E48E4E3FB6D2}" dt="2025-10-03T07:19:24.777" v="3385" actId="6549"/>
          <ac:spMkLst>
            <pc:docMk/>
            <pc:sldMk cId="2454200697" sldId="265"/>
            <ac:spMk id="4" creationId="{284D4849-7763-E430-1280-0CF39B20FDA9}"/>
          </ac:spMkLst>
        </pc:spChg>
        <pc:spChg chg="add">
          <ac:chgData name="永田 晄" userId="e1bdd7db-bdb3-4516-b255-cbd5b86bb67e" providerId="ADAL" clId="{F7AD426B-4716-4270-ACF3-E48E4E3FB6D2}" dt="2025-10-03T07:18:40.197" v="3375" actId="26606"/>
          <ac:spMkLst>
            <pc:docMk/>
            <pc:sldMk cId="2454200697" sldId="265"/>
            <ac:spMk id="10" creationId="{F13C74B1-5B17-4795-BED0-7140497B445A}"/>
          </ac:spMkLst>
        </pc:spChg>
        <pc:spChg chg="add">
          <ac:chgData name="永田 晄" userId="e1bdd7db-bdb3-4516-b255-cbd5b86bb67e" providerId="ADAL" clId="{F7AD426B-4716-4270-ACF3-E48E4E3FB6D2}" dt="2025-10-03T07:18:40.197" v="3375" actId="26606"/>
          <ac:spMkLst>
            <pc:docMk/>
            <pc:sldMk cId="2454200697" sldId="265"/>
            <ac:spMk id="12" creationId="{D4974D33-8DC5-464E-8C6D-BE58F0669C17}"/>
          </ac:spMkLst>
        </pc:spChg>
        <pc:picChg chg="add mod">
          <ac:chgData name="永田 晄" userId="e1bdd7db-bdb3-4516-b255-cbd5b86bb67e" providerId="ADAL" clId="{F7AD426B-4716-4270-ACF3-E48E4E3FB6D2}" dt="2025-10-03T07:18:40.197" v="3375" actId="26606"/>
          <ac:picMkLst>
            <pc:docMk/>
            <pc:sldMk cId="2454200697" sldId="265"/>
            <ac:picMk id="5" creationId="{BA6D36D2-A745-72C9-089C-2ACB59EC4FDA}"/>
          </ac:picMkLst>
        </pc:picChg>
      </pc:sldChg>
      <pc:sldChg chg="addSp delSp modSp new mod setBg">
        <pc:chgData name="永田 晄" userId="e1bdd7db-bdb3-4516-b255-cbd5b86bb67e" providerId="ADAL" clId="{F7AD426B-4716-4270-ACF3-E48E4E3FB6D2}" dt="2025-10-03T07:06:53.907" v="3366" actId="1076"/>
        <pc:sldMkLst>
          <pc:docMk/>
          <pc:sldMk cId="2350528907" sldId="266"/>
        </pc:sldMkLst>
        <pc:spChg chg="mod">
          <ac:chgData name="永田 晄" userId="e1bdd7db-bdb3-4516-b255-cbd5b86bb67e" providerId="ADAL" clId="{F7AD426B-4716-4270-ACF3-E48E4E3FB6D2}" dt="2025-10-03T07:06:53.907" v="3366" actId="1076"/>
          <ac:spMkLst>
            <pc:docMk/>
            <pc:sldMk cId="2350528907" sldId="266"/>
            <ac:spMk id="2" creationId="{24EA028D-362E-C6A3-8079-866B286AC767}"/>
          </ac:spMkLst>
        </pc:spChg>
        <pc:spChg chg="mod">
          <ac:chgData name="永田 晄" userId="e1bdd7db-bdb3-4516-b255-cbd5b86bb67e" providerId="ADAL" clId="{F7AD426B-4716-4270-ACF3-E48E4E3FB6D2}" dt="2025-10-03T05:02:03.516" v="2653" actId="20577"/>
          <ac:spMkLst>
            <pc:docMk/>
            <pc:sldMk cId="2350528907" sldId="266"/>
            <ac:spMk id="4" creationId="{D5FA9E26-C0C5-5825-D1D1-40A843A064E6}"/>
          </ac:spMkLst>
        </pc:spChg>
        <pc:spChg chg="add">
          <ac:chgData name="永田 晄" userId="e1bdd7db-bdb3-4516-b255-cbd5b86bb67e" providerId="ADAL" clId="{F7AD426B-4716-4270-ACF3-E48E4E3FB6D2}" dt="2025-10-03T05:00:30.690" v="2466" actId="26606"/>
          <ac:spMkLst>
            <pc:docMk/>
            <pc:sldMk cId="2350528907" sldId="266"/>
            <ac:spMk id="11" creationId="{743AA782-23D1-4521-8CAD-47662984AA08}"/>
          </ac:spMkLst>
        </pc:spChg>
        <pc:spChg chg="add">
          <ac:chgData name="永田 晄" userId="e1bdd7db-bdb3-4516-b255-cbd5b86bb67e" providerId="ADAL" clId="{F7AD426B-4716-4270-ACF3-E48E4E3FB6D2}" dt="2025-10-03T05:00:30.690" v="2466" actId="26606"/>
          <ac:spMkLst>
            <pc:docMk/>
            <pc:sldMk cId="2350528907" sldId="266"/>
            <ac:spMk id="13" creationId="{71877DBC-BB60-40F0-AC93-2ACDBAAE60CE}"/>
          </ac:spMkLst>
        </pc:spChg>
        <pc:picChg chg="add mod ord">
          <ac:chgData name="永田 晄" userId="e1bdd7db-bdb3-4516-b255-cbd5b86bb67e" providerId="ADAL" clId="{F7AD426B-4716-4270-ACF3-E48E4E3FB6D2}" dt="2025-10-03T05:00:30.690" v="2466" actId="26606"/>
          <ac:picMkLst>
            <pc:docMk/>
            <pc:sldMk cId="2350528907" sldId="266"/>
            <ac:picMk id="6" creationId="{FC22CABD-6E1E-67B9-6F7A-7992E33D74D2}"/>
          </ac:picMkLst>
        </pc:picChg>
      </pc:sldChg>
      <pc:sldChg chg="new del">
        <pc:chgData name="永田 晄" userId="e1bdd7db-bdb3-4516-b255-cbd5b86bb67e" providerId="ADAL" clId="{F7AD426B-4716-4270-ACF3-E48E4E3FB6D2}" dt="2025-10-03T04:59:43.979" v="2425" actId="680"/>
        <pc:sldMkLst>
          <pc:docMk/>
          <pc:sldMk cId="338097697" sldId="267"/>
        </pc:sldMkLst>
      </pc:sldChg>
      <pc:sldChg chg="addSp delSp modSp new mod setBg">
        <pc:chgData name="永田 晄" userId="e1bdd7db-bdb3-4516-b255-cbd5b86bb67e" providerId="ADAL" clId="{F7AD426B-4716-4270-ACF3-E48E4E3FB6D2}" dt="2025-10-03T07:07:56.974" v="3368" actId="34135"/>
        <pc:sldMkLst>
          <pc:docMk/>
          <pc:sldMk cId="3659070358" sldId="267"/>
        </pc:sldMkLst>
        <pc:spChg chg="mod">
          <ac:chgData name="永田 晄" userId="e1bdd7db-bdb3-4516-b255-cbd5b86bb67e" providerId="ADAL" clId="{F7AD426B-4716-4270-ACF3-E48E4E3FB6D2}" dt="2025-10-03T07:07:44.909" v="3367" actId="1076"/>
          <ac:spMkLst>
            <pc:docMk/>
            <pc:sldMk cId="3659070358" sldId="267"/>
            <ac:spMk id="2" creationId="{66C583EB-1C39-1103-38F4-FF517B765354}"/>
          </ac:spMkLst>
        </pc:spChg>
        <pc:spChg chg="mod">
          <ac:chgData name="永田 晄" userId="e1bdd7db-bdb3-4516-b255-cbd5b86bb67e" providerId="ADAL" clId="{F7AD426B-4716-4270-ACF3-E48E4E3FB6D2}" dt="2025-10-03T05:08:12.793" v="2869" actId="20577"/>
          <ac:spMkLst>
            <pc:docMk/>
            <pc:sldMk cId="3659070358" sldId="267"/>
            <ac:spMk id="4" creationId="{AECD4C53-243F-DE26-C855-00C5BFBA094D}"/>
          </ac:spMkLst>
        </pc:spChg>
        <pc:spChg chg="add mod">
          <ac:chgData name="永田 晄" userId="e1bdd7db-bdb3-4516-b255-cbd5b86bb67e" providerId="ADAL" clId="{F7AD426B-4716-4270-ACF3-E48E4E3FB6D2}" dt="2025-10-03T05:08:27.291" v="2871" actId="1076"/>
          <ac:spMkLst>
            <pc:docMk/>
            <pc:sldMk cId="3659070358" sldId="267"/>
            <ac:spMk id="7" creationId="{5ED94478-5280-0DB5-B35C-97FE641FBCF8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8" creationId="{3A243173-2CE8-10D9-42A4-FA90C374162F}"/>
          </ac:spMkLst>
        </pc:spChg>
        <pc:spChg chg="add mod">
          <ac:chgData name="永田 晄" userId="e1bdd7db-bdb3-4516-b255-cbd5b86bb67e" providerId="ADAL" clId="{F7AD426B-4716-4270-ACF3-E48E4E3FB6D2}" dt="2025-10-03T05:04:11.487" v="2748" actId="1076"/>
          <ac:spMkLst>
            <pc:docMk/>
            <pc:sldMk cId="3659070358" sldId="267"/>
            <ac:spMk id="9" creationId="{F7C083A6-20BE-F2A9-85A5-44398E70602C}"/>
          </ac:spMkLst>
        </pc:spChg>
        <pc:spChg chg="add mod">
          <ac:chgData name="永田 晄" userId="e1bdd7db-bdb3-4516-b255-cbd5b86bb67e" providerId="ADAL" clId="{F7AD426B-4716-4270-ACF3-E48E4E3FB6D2}" dt="2025-10-03T05:05:06.506" v="2763" actId="1076"/>
          <ac:spMkLst>
            <pc:docMk/>
            <pc:sldMk cId="3659070358" sldId="267"/>
            <ac:spMk id="10" creationId="{61B3384D-4721-80EE-CD48-7387021DE592}"/>
          </ac:spMkLst>
        </pc:spChg>
        <pc:spChg chg="add">
          <ac:chgData name="永田 晄" userId="e1bdd7db-bdb3-4516-b255-cbd5b86bb67e" providerId="ADAL" clId="{F7AD426B-4716-4270-ACF3-E48E4E3FB6D2}" dt="2025-10-03T05:02:33.965" v="2679" actId="26606"/>
          <ac:spMkLst>
            <pc:docMk/>
            <pc:sldMk cId="3659070358" sldId="267"/>
            <ac:spMk id="11" creationId="{743AA782-23D1-4521-8CAD-47662984AA08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12" creationId="{2E0C308D-5D0E-E1FE-8B7C-3F38AE2FF465}"/>
          </ac:spMkLst>
        </pc:spChg>
        <pc:spChg chg="add">
          <ac:chgData name="永田 晄" userId="e1bdd7db-bdb3-4516-b255-cbd5b86bb67e" providerId="ADAL" clId="{F7AD426B-4716-4270-ACF3-E48E4E3FB6D2}" dt="2025-10-03T05:02:33.965" v="2679" actId="26606"/>
          <ac:spMkLst>
            <pc:docMk/>
            <pc:sldMk cId="3659070358" sldId="267"/>
            <ac:spMk id="13" creationId="{650D18FE-0824-4A46-B22C-A86B52E5780A}"/>
          </ac:spMkLst>
        </pc:spChg>
        <pc:spChg chg="add mod">
          <ac:chgData name="永田 晄" userId="e1bdd7db-bdb3-4516-b255-cbd5b86bb67e" providerId="ADAL" clId="{F7AD426B-4716-4270-ACF3-E48E4E3FB6D2}" dt="2025-10-03T05:04:36.900" v="2754" actId="1076"/>
          <ac:spMkLst>
            <pc:docMk/>
            <pc:sldMk cId="3659070358" sldId="267"/>
            <ac:spMk id="14" creationId="{870B60C8-4F56-09E9-2053-230B88D5B65E}"/>
          </ac:spMkLst>
        </pc:spChg>
        <pc:spChg chg="add mod">
          <ac:chgData name="永田 晄" userId="e1bdd7db-bdb3-4516-b255-cbd5b86bb67e" providerId="ADAL" clId="{F7AD426B-4716-4270-ACF3-E48E4E3FB6D2}" dt="2025-10-03T05:04:48.752" v="2758" actId="1076"/>
          <ac:spMkLst>
            <pc:docMk/>
            <pc:sldMk cId="3659070358" sldId="267"/>
            <ac:spMk id="15" creationId="{F40479DF-54A6-26AD-069A-1758B09C4A3A}"/>
          </ac:spMkLst>
        </pc:spChg>
        <pc:spChg chg="add mod">
          <ac:chgData name="永田 晄" userId="e1bdd7db-bdb3-4516-b255-cbd5b86bb67e" providerId="ADAL" clId="{F7AD426B-4716-4270-ACF3-E48E4E3FB6D2}" dt="2025-10-03T05:04:45.050" v="2757" actId="1076"/>
          <ac:spMkLst>
            <pc:docMk/>
            <pc:sldMk cId="3659070358" sldId="267"/>
            <ac:spMk id="16" creationId="{B50550F1-8968-3A57-7CB6-B975020982EC}"/>
          </ac:spMkLst>
        </pc:spChg>
        <pc:spChg chg="add mod">
          <ac:chgData name="永田 晄" userId="e1bdd7db-bdb3-4516-b255-cbd5b86bb67e" providerId="ADAL" clId="{F7AD426B-4716-4270-ACF3-E48E4E3FB6D2}" dt="2025-10-03T05:05:00.562" v="2762" actId="1076"/>
          <ac:spMkLst>
            <pc:docMk/>
            <pc:sldMk cId="3659070358" sldId="267"/>
            <ac:spMk id="17" creationId="{66708EC4-0FEF-0733-C736-B4A6716B4DD5}"/>
          </ac:spMkLst>
        </pc:spChg>
        <pc:spChg chg="add mod">
          <ac:chgData name="永田 晄" userId="e1bdd7db-bdb3-4516-b255-cbd5b86bb67e" providerId="ADAL" clId="{F7AD426B-4716-4270-ACF3-E48E4E3FB6D2}" dt="2025-10-03T05:04:56.795" v="2761" actId="1076"/>
          <ac:spMkLst>
            <pc:docMk/>
            <pc:sldMk cId="3659070358" sldId="267"/>
            <ac:spMk id="18" creationId="{3442B4D0-687B-AC72-082F-F1698C020162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19" creationId="{AD622BD6-18F9-E175-59CC-A6E8157DAECD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20" creationId="{C041A527-E0D6-BED7-6BB8-C53877889E4C}"/>
          </ac:spMkLst>
        </pc:spChg>
        <pc:spChg chg="add mod">
          <ac:chgData name="永田 晄" userId="e1bdd7db-bdb3-4516-b255-cbd5b86bb67e" providerId="ADAL" clId="{F7AD426B-4716-4270-ACF3-E48E4E3FB6D2}" dt="2025-10-03T05:05:21.013" v="2769" actId="1076"/>
          <ac:spMkLst>
            <pc:docMk/>
            <pc:sldMk cId="3659070358" sldId="267"/>
            <ac:spMk id="21" creationId="{C2A77E62-A688-96DF-C3BD-8BCD27F46672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22" creationId="{4953AE32-CCBA-A827-7273-2427E83AFC98}"/>
          </ac:spMkLst>
        </pc:spChg>
        <pc:spChg chg="add mod">
          <ac:chgData name="永田 晄" userId="e1bdd7db-bdb3-4516-b255-cbd5b86bb67e" providerId="ADAL" clId="{F7AD426B-4716-4270-ACF3-E48E4E3FB6D2}" dt="2025-10-03T05:06:16.970" v="2807" actId="207"/>
          <ac:spMkLst>
            <pc:docMk/>
            <pc:sldMk cId="3659070358" sldId="267"/>
            <ac:spMk id="23" creationId="{BA11BBBE-091C-98CA-C5D0-C08E329F59F5}"/>
          </ac:spMkLst>
        </pc:spChg>
        <pc:spChg chg="add mod">
          <ac:chgData name="永田 晄" userId="e1bdd7db-bdb3-4516-b255-cbd5b86bb67e" providerId="ADAL" clId="{F7AD426B-4716-4270-ACF3-E48E4E3FB6D2}" dt="2025-10-03T05:06:44.714" v="2817" actId="1076"/>
          <ac:spMkLst>
            <pc:docMk/>
            <pc:sldMk cId="3659070358" sldId="267"/>
            <ac:spMk id="24" creationId="{C91C7BF3-D168-866F-5CB7-BE897ECBFAFD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25" creationId="{AC288AFE-EDB4-84CF-8175-28396972E303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26" creationId="{FCC40496-B7BC-3A4B-79E4-B66198F0D368}"/>
          </ac:spMkLst>
        </pc:spChg>
        <pc:spChg chg="add mod">
          <ac:chgData name="永田 晄" userId="e1bdd7db-bdb3-4516-b255-cbd5b86bb67e" providerId="ADAL" clId="{F7AD426B-4716-4270-ACF3-E48E4E3FB6D2}" dt="2025-10-03T05:06:35.899" v="2814" actId="1076"/>
          <ac:spMkLst>
            <pc:docMk/>
            <pc:sldMk cId="3659070358" sldId="267"/>
            <ac:spMk id="27" creationId="{2C0C7900-FBFD-FDD8-5AE0-9D92852F4A96}"/>
          </ac:spMkLst>
        </pc:spChg>
        <pc:spChg chg="add mod">
          <ac:chgData name="永田 晄" userId="e1bdd7db-bdb3-4516-b255-cbd5b86bb67e" providerId="ADAL" clId="{F7AD426B-4716-4270-ACF3-E48E4E3FB6D2}" dt="2025-10-03T05:06:32.982" v="2813" actId="1076"/>
          <ac:spMkLst>
            <pc:docMk/>
            <pc:sldMk cId="3659070358" sldId="267"/>
            <ac:spMk id="28" creationId="{C80BBA6D-3C00-1284-33E6-298FF9E14923}"/>
          </ac:spMkLst>
        </pc:spChg>
        <pc:spChg chg="add mod">
          <ac:chgData name="永田 晄" userId="e1bdd7db-bdb3-4516-b255-cbd5b86bb67e" providerId="ADAL" clId="{F7AD426B-4716-4270-ACF3-E48E4E3FB6D2}" dt="2025-10-03T05:07:04.089" v="2827" actId="1076"/>
          <ac:spMkLst>
            <pc:docMk/>
            <pc:sldMk cId="3659070358" sldId="267"/>
            <ac:spMk id="29" creationId="{59AC3CB9-AC36-633C-48DC-3F87FADE6D15}"/>
          </ac:spMkLst>
        </pc:spChg>
        <pc:spChg chg="add mod">
          <ac:chgData name="永田 晄" userId="e1bdd7db-bdb3-4516-b255-cbd5b86bb67e" providerId="ADAL" clId="{F7AD426B-4716-4270-ACF3-E48E4E3FB6D2}" dt="2025-10-03T05:07:00.084" v="2826" actId="1076"/>
          <ac:spMkLst>
            <pc:docMk/>
            <pc:sldMk cId="3659070358" sldId="267"/>
            <ac:spMk id="30" creationId="{740908FA-9EAF-4F51-00AB-0C255E97A2F8}"/>
          </ac:spMkLst>
        </pc:spChg>
        <pc:spChg chg="add mod">
          <ac:chgData name="永田 晄" userId="e1bdd7db-bdb3-4516-b255-cbd5b86bb67e" providerId="ADAL" clId="{F7AD426B-4716-4270-ACF3-E48E4E3FB6D2}" dt="2025-10-03T05:06:57.138" v="2825" actId="1076"/>
          <ac:spMkLst>
            <pc:docMk/>
            <pc:sldMk cId="3659070358" sldId="267"/>
            <ac:spMk id="31" creationId="{DD00CEEB-787B-EDCC-F363-BE4F82D1A771}"/>
          </ac:spMkLst>
        </pc:spChg>
        <pc:spChg chg="add mod">
          <ac:chgData name="永田 晄" userId="e1bdd7db-bdb3-4516-b255-cbd5b86bb67e" providerId="ADAL" clId="{F7AD426B-4716-4270-ACF3-E48E4E3FB6D2}" dt="2025-10-03T05:06:54.212" v="2824" actId="1076"/>
          <ac:spMkLst>
            <pc:docMk/>
            <pc:sldMk cId="3659070358" sldId="267"/>
            <ac:spMk id="32" creationId="{3A33207B-4EA5-F3B0-12B2-862F7742649B}"/>
          </ac:spMkLst>
        </pc:spChg>
        <pc:spChg chg="add mod">
          <ac:chgData name="永田 晄" userId="e1bdd7db-bdb3-4516-b255-cbd5b86bb67e" providerId="ADAL" clId="{F7AD426B-4716-4270-ACF3-E48E4E3FB6D2}" dt="2025-10-03T05:07:29.343" v="2835" actId="1076"/>
          <ac:spMkLst>
            <pc:docMk/>
            <pc:sldMk cId="3659070358" sldId="267"/>
            <ac:spMk id="33" creationId="{0CFD7E9D-C2B2-BB6D-C438-47F50AB1327B}"/>
          </ac:spMkLst>
        </pc:spChg>
        <pc:spChg chg="add mod">
          <ac:chgData name="永田 晄" userId="e1bdd7db-bdb3-4516-b255-cbd5b86bb67e" providerId="ADAL" clId="{F7AD426B-4716-4270-ACF3-E48E4E3FB6D2}" dt="2025-10-03T05:07:23.771" v="2834" actId="1076"/>
          <ac:spMkLst>
            <pc:docMk/>
            <pc:sldMk cId="3659070358" sldId="267"/>
            <ac:spMk id="34" creationId="{2B713F5F-C8EF-DB07-FE12-97D5AA24577B}"/>
          </ac:spMkLst>
        </pc:spChg>
        <pc:spChg chg="add mod">
          <ac:chgData name="永田 晄" userId="e1bdd7db-bdb3-4516-b255-cbd5b86bb67e" providerId="ADAL" clId="{F7AD426B-4716-4270-ACF3-E48E4E3FB6D2}" dt="2025-10-03T05:07:19.984" v="2833" actId="1076"/>
          <ac:spMkLst>
            <pc:docMk/>
            <pc:sldMk cId="3659070358" sldId="267"/>
            <ac:spMk id="35" creationId="{2CE62A8A-175F-1132-8705-A038E133815A}"/>
          </ac:spMkLst>
        </pc:spChg>
        <pc:spChg chg="add mod">
          <ac:chgData name="永田 晄" userId="e1bdd7db-bdb3-4516-b255-cbd5b86bb67e" providerId="ADAL" clId="{F7AD426B-4716-4270-ACF3-E48E4E3FB6D2}" dt="2025-10-03T05:07:14.484" v="2832" actId="1076"/>
          <ac:spMkLst>
            <pc:docMk/>
            <pc:sldMk cId="3659070358" sldId="267"/>
            <ac:spMk id="36" creationId="{52B12FB8-BEE6-2EE0-F83F-CC7DC8F234E0}"/>
          </ac:spMkLst>
        </pc:spChg>
        <pc:spChg chg="add mod">
          <ac:chgData name="永田 晄" userId="e1bdd7db-bdb3-4516-b255-cbd5b86bb67e" providerId="ADAL" clId="{F7AD426B-4716-4270-ACF3-E48E4E3FB6D2}" dt="2025-10-03T05:07:45.089" v="2841" actId="1076"/>
          <ac:spMkLst>
            <pc:docMk/>
            <pc:sldMk cId="3659070358" sldId="267"/>
            <ac:spMk id="37" creationId="{31835BA1-0DC4-8282-1CB0-869E47779D98}"/>
          </ac:spMkLst>
        </pc:spChg>
        <pc:spChg chg="add mod">
          <ac:chgData name="永田 晄" userId="e1bdd7db-bdb3-4516-b255-cbd5b86bb67e" providerId="ADAL" clId="{F7AD426B-4716-4270-ACF3-E48E4E3FB6D2}" dt="2025-10-03T05:07:41.064" v="2840" actId="1076"/>
          <ac:spMkLst>
            <pc:docMk/>
            <pc:sldMk cId="3659070358" sldId="267"/>
            <ac:spMk id="38" creationId="{F9937946-132B-4CA0-FC7D-63761433F736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39" creationId="{5F41EB5E-A7EC-49CA-67B7-6387325EFB71}"/>
          </ac:spMkLst>
        </pc:spChg>
        <pc:spChg chg="add mod">
          <ac:chgData name="永田 晄" userId="e1bdd7db-bdb3-4516-b255-cbd5b86bb67e" providerId="ADAL" clId="{F7AD426B-4716-4270-ACF3-E48E4E3FB6D2}" dt="2025-10-03T05:08:03.281" v="2847" actId="1076"/>
          <ac:spMkLst>
            <pc:docMk/>
            <pc:sldMk cId="3659070358" sldId="267"/>
            <ac:spMk id="40" creationId="{22FFEE29-7E49-6B95-37FF-420E6BD6FA0D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41" creationId="{3185C10E-F2C6-0ADC-3B66-97BE3254DDF1}"/>
          </ac:spMkLst>
        </pc:spChg>
        <pc:spChg chg="add mod">
          <ac:chgData name="永田 晄" userId="e1bdd7db-bdb3-4516-b255-cbd5b86bb67e" providerId="ADAL" clId="{F7AD426B-4716-4270-ACF3-E48E4E3FB6D2}" dt="2025-10-03T07:07:56.974" v="3368" actId="34135"/>
          <ac:spMkLst>
            <pc:docMk/>
            <pc:sldMk cId="3659070358" sldId="267"/>
            <ac:spMk id="42" creationId="{4B62FC6A-8064-F9FE-76E2-56A82CFFB231}"/>
          </ac:spMkLst>
        </pc:spChg>
        <pc:picChg chg="add mod ord">
          <ac:chgData name="永田 晄" userId="e1bdd7db-bdb3-4516-b255-cbd5b86bb67e" providerId="ADAL" clId="{F7AD426B-4716-4270-ACF3-E48E4E3FB6D2}" dt="2025-10-03T05:03:31.275" v="2742" actId="1076"/>
          <ac:picMkLst>
            <pc:docMk/>
            <pc:sldMk cId="3659070358" sldId="267"/>
            <ac:picMk id="6" creationId="{9577060A-EA2A-46EF-AFCE-99C54C278EAC}"/>
          </ac:picMkLst>
        </pc:picChg>
      </pc:sldChg>
      <pc:sldChg chg="modSp new mod">
        <pc:chgData name="永田 晄" userId="e1bdd7db-bdb3-4516-b255-cbd5b86bb67e" providerId="ADAL" clId="{F7AD426B-4716-4270-ACF3-E48E4E3FB6D2}" dt="2025-10-10T03:32:12.953" v="3530" actId="20577"/>
        <pc:sldMkLst>
          <pc:docMk/>
          <pc:sldMk cId="1644130942" sldId="268"/>
        </pc:sldMkLst>
        <pc:spChg chg="mod">
          <ac:chgData name="永田 晄" userId="e1bdd7db-bdb3-4516-b255-cbd5b86bb67e" providerId="ADAL" clId="{F7AD426B-4716-4270-ACF3-E48E4E3FB6D2}" dt="2025-10-10T03:31:08.835" v="3484" actId="20577"/>
          <ac:spMkLst>
            <pc:docMk/>
            <pc:sldMk cId="1644130942" sldId="268"/>
            <ac:spMk id="2" creationId="{76CC871F-97B9-73AF-9F24-B831AF72EA9B}"/>
          </ac:spMkLst>
        </pc:spChg>
        <pc:spChg chg="mod">
          <ac:chgData name="永田 晄" userId="e1bdd7db-bdb3-4516-b255-cbd5b86bb67e" providerId="ADAL" clId="{F7AD426B-4716-4270-ACF3-E48E4E3FB6D2}" dt="2025-10-10T03:32:12.953" v="3530" actId="20577"/>
          <ac:spMkLst>
            <pc:docMk/>
            <pc:sldMk cId="1644130942" sldId="268"/>
            <ac:spMk id="4" creationId="{EE9FFAB6-FC60-515A-6D01-6D7DE6C362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88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67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268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580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961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030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38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523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969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56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81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4CA7C-F7F2-4299-B151-E2B8BE63421B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711DD-019E-433A-8E5C-0770AF014C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37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7E0D6-04C0-71E4-FBC3-0FCE23EE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3400" dirty="0"/>
              <a:t>Ghost Buster</a:t>
            </a:r>
            <a:endParaRPr kumimoji="1" lang="ja-JP" altLang="en-US" sz="3400" dirty="0"/>
          </a:p>
        </p:txBody>
      </p:sp>
      <p:pic>
        <p:nvPicPr>
          <p:cNvPr id="7" name="コンテンツ プレースホルダー 6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2C99A6DE-9204-CE04-1B5D-F7C299FDA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7" r="23746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4AF78B-7846-9CF7-7A68-53F5FF5961DD}"/>
              </a:ext>
            </a:extLst>
          </p:cNvPr>
          <p:cNvSpPr txBox="1"/>
          <p:nvPr/>
        </p:nvSpPr>
        <p:spPr>
          <a:xfrm>
            <a:off x="209348" y="5999427"/>
            <a:ext cx="2562728" cy="7517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ja-JP" altLang="en-US" dirty="0"/>
              <a:t>ゲームクリエイター科</a:t>
            </a:r>
            <a:endParaRPr kumimoji="1" lang="en-US" altLang="ja-JP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-US" altLang="ja-JP" dirty="0"/>
              <a:t>1</a:t>
            </a:r>
            <a:r>
              <a:rPr kumimoji="1" lang="ja-JP" altLang="en-US" dirty="0"/>
              <a:t>年　</a:t>
            </a:r>
            <a:r>
              <a:rPr kumimoji="1" lang="en-US" altLang="ja-JP" dirty="0"/>
              <a:t>16</a:t>
            </a:r>
            <a:r>
              <a:rPr kumimoji="1" lang="ja-JP" altLang="en-US" dirty="0"/>
              <a:t>番　永田　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5E2F77-D49C-5EFD-FC75-C0C1A2E72F8C}"/>
              </a:ext>
            </a:extLst>
          </p:cNvPr>
          <p:cNvSpPr txBox="1"/>
          <p:nvPr/>
        </p:nvSpPr>
        <p:spPr>
          <a:xfrm>
            <a:off x="209348" y="331304"/>
            <a:ext cx="299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カッパ杯</a:t>
            </a:r>
            <a:r>
              <a:rPr kumimoji="1" lang="en-US" altLang="ja-JP" dirty="0"/>
              <a:t>Winter2025</a:t>
            </a:r>
            <a:r>
              <a:rPr kumimoji="1" lang="ja-JP" altLang="en-US" dirty="0"/>
              <a:t>企画書</a:t>
            </a:r>
          </a:p>
        </p:txBody>
      </p:sp>
    </p:spTree>
    <p:extLst>
      <p:ext uri="{BB962C8B-B14F-4D97-AF65-F5344CB8AC3E}">
        <p14:creationId xmlns:p14="http://schemas.microsoft.com/office/powerpoint/2010/main" val="20777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A1D72A-7DA0-7792-E020-154FA439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45623"/>
            <a:ext cx="4368602" cy="8365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4000" dirty="0"/>
              <a:t>プレイヤーの行動</a:t>
            </a:r>
          </a:p>
        </p:txBody>
      </p:sp>
      <p:pic>
        <p:nvPicPr>
          <p:cNvPr id="7" name="コンテンツ プレースホルダー 6" descr="屋内, 女性, 装飾, 乗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B4BF3F4-317A-4D58-ADDC-0ED6791FA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698224"/>
            <a:ext cx="6172200" cy="3452027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6FF055-BEFA-6315-5A2D-EA2DE4ACC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1700" dirty="0"/>
              <a:t>ジャンプ、ダッシュ。</a:t>
            </a:r>
            <a:endParaRPr lang="en-US" altLang="ja-JP" sz="17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1700" dirty="0"/>
              <a:t>大人化</a:t>
            </a:r>
            <a:endParaRPr lang="en-US" altLang="ja-JP" sz="17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1700" dirty="0"/>
              <a:t>物理の攻撃（踏みつけ）。</a:t>
            </a:r>
            <a:endParaRPr lang="en-US" altLang="ja-JP" sz="17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1700" dirty="0"/>
              <a:t>特定アイテムを手に入れた時、モデル切り替え。</a:t>
            </a:r>
            <a:endParaRPr lang="en-US" altLang="ja-JP" sz="17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1700" dirty="0"/>
              <a:t>モデルを切り替えた際の攻撃変化。</a:t>
            </a:r>
            <a:endParaRPr lang="en-US" altLang="ja-JP" sz="1700" dirty="0"/>
          </a:p>
          <a:p>
            <a:pPr marL="57150"/>
            <a:r>
              <a:rPr lang="ja-JP" altLang="en-US" sz="1700" dirty="0"/>
              <a:t>　（蹴り、殴る等の物理攻撃）</a:t>
            </a:r>
            <a:endParaRPr lang="en-US" altLang="ja-JP" sz="1700" dirty="0"/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ja-JP" altLang="en-US" sz="1700" dirty="0"/>
              <a:t>プレイヤーが</a:t>
            </a:r>
            <a:r>
              <a:rPr lang="ja-JP" altLang="en-US" sz="1800" dirty="0"/>
              <a:t>マップ判定からすり抜けたら強制死亡</a:t>
            </a:r>
            <a:r>
              <a:rPr lang="en-US" altLang="ja-JP" sz="1800" dirty="0"/>
              <a:t>or</a:t>
            </a:r>
            <a:r>
              <a:rPr lang="ja-JP" altLang="en-US" sz="1800" dirty="0"/>
              <a:t>初期座標に戻す。</a:t>
            </a:r>
            <a:endParaRPr lang="en-US" altLang="ja-JP" sz="1800" dirty="0"/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大人状態の時同じ高さのジャンプが二回出来る</a:t>
            </a:r>
            <a:endParaRPr lang="ja-JP" altLang="en-US" sz="1700" dirty="0"/>
          </a:p>
        </p:txBody>
      </p:sp>
    </p:spTree>
    <p:extLst>
      <p:ext uri="{BB962C8B-B14F-4D97-AF65-F5344CB8AC3E}">
        <p14:creationId xmlns:p14="http://schemas.microsoft.com/office/powerpoint/2010/main" val="1711665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457D2F5-4104-6DDA-0559-84DBFA416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80" y="667512"/>
            <a:ext cx="5789596" cy="9610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 dirty="0"/>
              <a:t>一種類目の敵の行動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2C8799-A542-8B61-584D-44F966D96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雪だるまがある場所で擬態し近づいた時攻撃。</a:t>
            </a: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攻撃を受けた時一撃で死亡。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上の画像の雪だるまがある場所で擬態している。</a:t>
            </a:r>
            <a:endParaRPr lang="en-US" altLang="ja-JP" sz="2200" dirty="0"/>
          </a:p>
        </p:txBody>
      </p:sp>
      <p:pic>
        <p:nvPicPr>
          <p:cNvPr id="9" name="コンテンツ プレースホルダー 7">
            <a:extLst>
              <a:ext uri="{FF2B5EF4-FFF2-40B4-BE49-F238E27FC236}">
                <a16:creationId xmlns:a16="http://schemas.microsoft.com/office/drawing/2014/main" id="{0BC5933E-85D6-F8E1-5773-4869D4E8C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" r="-3" b="-3"/>
          <a:stretch>
            <a:fillRect/>
          </a:stretch>
        </p:blipFill>
        <p:spPr>
          <a:xfrm>
            <a:off x="7863840" y="476441"/>
            <a:ext cx="4014216" cy="3135453"/>
          </a:xfrm>
          <a:prstGeom prst="rect">
            <a:avLst/>
          </a:prstGeom>
        </p:spPr>
      </p:pic>
      <p:pic>
        <p:nvPicPr>
          <p:cNvPr id="8" name="コンテンツ プレースホルダー 7" descr="クマの人形&#10;&#10;AI 生成コンテンツは誤りを含む可能性があります。">
            <a:extLst>
              <a:ext uri="{FF2B5EF4-FFF2-40B4-BE49-F238E27FC236}">
                <a16:creationId xmlns:a16="http://schemas.microsoft.com/office/drawing/2014/main" id="{04B4AA25-C80D-75FC-0862-3C4666A05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3" r="-2" b="-2"/>
          <a:stretch>
            <a:fillRect/>
          </a:stretch>
        </p:blipFill>
        <p:spPr>
          <a:xfrm>
            <a:off x="8483053" y="4079193"/>
            <a:ext cx="2757502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4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51BDA5-63F1-9F4A-D65A-C2892CA1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447" y="635317"/>
            <a:ext cx="5298707" cy="91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400" dirty="0"/>
              <a:t>二種類目の敵の行動</a:t>
            </a:r>
          </a:p>
        </p:txBody>
      </p:sp>
      <p:pic>
        <p:nvPicPr>
          <p:cNvPr id="8" name="コンテンツ プレースホルダー 7" descr="クマの人形&#10;&#10;AI 生成コンテンツは誤りを含む可能性があります。">
            <a:extLst>
              <a:ext uri="{FF2B5EF4-FFF2-40B4-BE49-F238E27FC236}">
                <a16:creationId xmlns:a16="http://schemas.microsoft.com/office/drawing/2014/main" id="{403B4E0E-EED3-673F-7D53-B75DA68DF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366837"/>
            <a:ext cx="6172200" cy="41148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A60E4B-C1D4-6D77-959F-C3251A7AA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872899"/>
            <a:ext cx="4106091" cy="260873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1700" dirty="0"/>
              <a:t>プレイヤーに見られている</a:t>
            </a:r>
            <a:r>
              <a:rPr lang="ja-JP" altLang="en-US" sz="1700" dirty="0"/>
              <a:t>時、</a:t>
            </a:r>
            <a:r>
              <a:rPr kumimoji="1" lang="ja-JP" altLang="en-US" sz="1700" dirty="0"/>
              <a:t>動かなくなる。</a:t>
            </a:r>
            <a:endParaRPr kumimoji="1" lang="en-US" altLang="ja-JP" sz="17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1700" dirty="0"/>
              <a:t>プレイヤーの死角に入った時、動き攻撃を行う。</a:t>
            </a:r>
            <a:endParaRPr kumimoji="1" lang="en-US" altLang="ja-JP" sz="17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ja-JP" sz="1700" dirty="0"/>
          </a:p>
        </p:txBody>
      </p:sp>
    </p:spTree>
    <p:extLst>
      <p:ext uri="{BB962C8B-B14F-4D97-AF65-F5344CB8AC3E}">
        <p14:creationId xmlns:p14="http://schemas.microsoft.com/office/powerpoint/2010/main" val="3021563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79961-F543-12E5-6AB1-66DE3214E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51" y="484324"/>
            <a:ext cx="3404136" cy="9984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4800" dirty="0"/>
              <a:t>ボス</a:t>
            </a:r>
            <a:r>
              <a:rPr kumimoji="1" lang="ja-JP" altLang="en-US" sz="4800" dirty="0"/>
              <a:t>の行動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43A82C1-092C-E885-48AC-09314FBB0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3188" y="1366837"/>
            <a:ext cx="6172200" cy="41148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F04C6D-316A-D5F2-C8E8-0FDC16493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9825" y="2371747"/>
            <a:ext cx="4195428" cy="310989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dirty="0"/>
              <a:t>プレイヤーがボスから離れた時、岩などの投射物を投げる</a:t>
            </a:r>
            <a:endParaRPr lang="en-US" altLang="ja-JP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dirty="0"/>
              <a:t>プレイヤーが近くにいたらジャンプを行いプレイヤー</a:t>
            </a:r>
            <a:r>
              <a:rPr lang="ja-JP" altLang="en-US"/>
              <a:t>に向かってヒップドロップを</a:t>
            </a:r>
            <a:r>
              <a:rPr lang="ja-JP" altLang="en-US" dirty="0"/>
              <a:t>行う</a:t>
            </a:r>
            <a:endParaRPr lang="en-US" altLang="ja-JP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altLang="ja-JP" sz="15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ja-JP" sz="1500" dirty="0"/>
          </a:p>
        </p:txBody>
      </p:sp>
    </p:spTree>
    <p:extLst>
      <p:ext uri="{BB962C8B-B14F-4D97-AF65-F5344CB8AC3E}">
        <p14:creationId xmlns:p14="http://schemas.microsoft.com/office/powerpoint/2010/main" val="2843263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D0E949B-D034-FEAB-1845-098D0A7B3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78" y="528523"/>
            <a:ext cx="1255616" cy="10935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ja-JP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UI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4BFF7B-24C6-2E62-59FE-EA13051E4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スコア</a:t>
            </a: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体力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時間</a:t>
            </a: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アイテム欄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ミニマップ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画面切り替えのマップ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ja-JP" sz="2200" dirty="0"/>
          </a:p>
        </p:txBody>
      </p:sp>
      <p:pic>
        <p:nvPicPr>
          <p:cNvPr id="6" name="コンテンツ プレースホルダー 5" descr="夜の街のcg&#10;&#10;AI 生成コンテンツは誤りを含む可能性があります。">
            <a:extLst>
              <a:ext uri="{FF2B5EF4-FFF2-40B4-BE49-F238E27FC236}">
                <a16:creationId xmlns:a16="http://schemas.microsoft.com/office/drawing/2014/main" id="{BB38803E-D7F3-C79C-1898-51C0C482F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064476"/>
            <a:ext cx="6903720" cy="472904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7E14C9-075F-AE8A-2E7A-1EF6EA4E1925}"/>
              </a:ext>
            </a:extLst>
          </p:cNvPr>
          <p:cNvSpPr txBox="1"/>
          <p:nvPr/>
        </p:nvSpPr>
        <p:spPr>
          <a:xfrm>
            <a:off x="4579334" y="786010"/>
            <a:ext cx="273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dirty="0"/>
              <a:t>⇩以下</a:t>
            </a:r>
            <a:r>
              <a:rPr lang="ja-JP" altLang="en-US" dirty="0"/>
              <a:t>イメージ画像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47DFD87-E77E-86A4-8E80-3C40D83EA4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06899" y="1374997"/>
            <a:ext cx="748938" cy="2470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ja-JP" altLang="en-US" sz="1100" dirty="0">
                <a:solidFill>
                  <a:srgbClr val="FFFF00"/>
                </a:solidFill>
              </a:rPr>
              <a:t>↑は体力</a:t>
            </a:r>
            <a:endParaRPr kumimoji="1" lang="ja-JP" altLang="en-US" sz="1100">
              <a:solidFill>
                <a:srgbClr val="FFFF00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68B80D1-67D8-08F5-9281-EAE3EB5D3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61870" y="1498521"/>
            <a:ext cx="1088571" cy="2470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ja-JP" altLang="en-US" dirty="0">
                <a:solidFill>
                  <a:srgbClr val="FFFF00"/>
                </a:solidFill>
              </a:rPr>
              <a:t>↑時間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DEC0F3A-F7D7-0AA8-2022-D488988047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53567" y="2294063"/>
            <a:ext cx="1036574" cy="2470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ja-JP" altLang="en-US" sz="1100" dirty="0">
                <a:solidFill>
                  <a:srgbClr val="FFFF00"/>
                </a:solidFill>
              </a:rPr>
              <a:t>↑ミニマップ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EC9FC2F-4411-FD9D-4028-32A4B9E0D4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07223" y="4863326"/>
            <a:ext cx="1088571" cy="2470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ja-JP" altLang="en-US" sz="1100" dirty="0">
                <a:solidFill>
                  <a:srgbClr val="FFFF00"/>
                </a:solidFill>
              </a:rPr>
              <a:t>↓アイテム欄</a:t>
            </a:r>
          </a:p>
        </p:txBody>
      </p:sp>
    </p:spTree>
    <p:extLst>
      <p:ext uri="{BB962C8B-B14F-4D97-AF65-F5344CB8AC3E}">
        <p14:creationId xmlns:p14="http://schemas.microsoft.com/office/powerpoint/2010/main" val="208493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CE92078-0A7E-7F2C-B76A-1096CC35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46563"/>
            <a:ext cx="2959227" cy="10424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5200" dirty="0"/>
              <a:t>ステージ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CC31F9C6-6736-5608-018F-289E6CB53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6" b="4226"/>
          <a:stretch/>
        </p:blipFill>
        <p:spPr>
          <a:xfrm>
            <a:off x="8250723" y="331311"/>
            <a:ext cx="3096343" cy="2834640"/>
          </a:xfrm>
          <a:prstGeom prst="rect">
            <a:avLst/>
          </a:prstGeo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0DF829-7C79-5F3C-6257-005D9D427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平原、マグマ地帯。</a:t>
            </a: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平原では高低差のあるステージ</a:t>
            </a: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マグマ地帯は足場が少ないステージ</a:t>
            </a:r>
            <a:br>
              <a:rPr kumimoji="1" lang="en-US" altLang="ja-JP" sz="2200" dirty="0"/>
            </a:b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ja-JP" sz="22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5102EA3-089B-9EB8-2220-7B585728A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14" b="14314"/>
          <a:stretch/>
        </p:blipFill>
        <p:spPr>
          <a:xfrm>
            <a:off x="7813074" y="3343830"/>
            <a:ext cx="3971640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EA028D-362E-C6A3-8079-866B286A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" y="530352"/>
            <a:ext cx="5468112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一つ目のステージ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FA9E26-C0C5-5825-D1D1-40A843A06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赤色は敵</a:t>
            </a: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青色は水場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橙色は道</a:t>
            </a: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黄色はアイテムボックス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緑の明暗は高低差</a:t>
            </a:r>
            <a:endParaRPr kumimoji="1" lang="en-US" altLang="ja-JP" sz="2200" dirty="0"/>
          </a:p>
          <a:p>
            <a:pPr marL="57150"/>
            <a:r>
              <a:rPr kumimoji="1" lang="ja-JP" altLang="en-US" sz="2200" dirty="0"/>
              <a:t>　（暗くなるほど高くなる）</a:t>
            </a:r>
            <a:endParaRPr kumimoji="1" lang="en-US" altLang="ja-JP" sz="2200" dirty="0"/>
          </a:p>
        </p:txBody>
      </p:sp>
      <p:pic>
        <p:nvPicPr>
          <p:cNvPr id="6" name="コンテンツ プレースホルダー 5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FC22CABD-6E1E-67B9-6F7A-7992E33D7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28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C583EB-1C39-1103-38F4-FF517B765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02" y="434558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ボスステージ</a:t>
            </a:r>
            <a:endParaRPr kumimoji="1" lang="en-US" altLang="ja-JP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CD4C53-243F-DE26-C855-00C5BFBA0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青色は足場</a:t>
            </a:r>
            <a:endParaRPr kumimoji="1" lang="en-US" altLang="ja-JP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赤色はマグマ地帯</a:t>
            </a:r>
            <a:endParaRPr lang="en-US" altLang="ja-JP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黒色はボス</a:t>
            </a:r>
            <a:endParaRPr kumimoji="1" lang="en-US" altLang="ja-JP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黄色はアイテムボックス</a:t>
            </a:r>
            <a:endParaRPr kumimoji="1" lang="en-US" altLang="ja-JP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紫色は敵</a:t>
            </a:r>
            <a:endParaRPr kumimoji="1" lang="en-US" altLang="ja-JP" sz="2200" dirty="0"/>
          </a:p>
          <a:p>
            <a:pPr indent="-228600">
              <a:buFont typeface="Arial" panose="020B0604020202020204" pitchFamily="34" charset="0"/>
              <a:buChar char="•"/>
            </a:pPr>
            <a:endParaRPr kumimoji="1" lang="en-US" altLang="ja-JP" sz="2200" dirty="0"/>
          </a:p>
          <a:p>
            <a:pPr indent="-228600">
              <a:buFont typeface="Arial" panose="020B0604020202020204" pitchFamily="34" charset="0"/>
              <a:buChar char="•"/>
            </a:pPr>
            <a:endParaRPr kumimoji="1" lang="en-US" altLang="ja-JP" sz="2200" dirty="0"/>
          </a:p>
        </p:txBody>
      </p:sp>
      <p:pic>
        <p:nvPicPr>
          <p:cNvPr id="6" name="コンテンツ プレースホルダー 5" descr="文字が書かれ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9577060A-EA2A-46EF-AFCE-99C54C278E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40080"/>
            <a:ext cx="5458968" cy="545896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ED94478-5280-0DB5-B35C-97FE641FBC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16329" y="3188884"/>
            <a:ext cx="293570" cy="29116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A243173-2CE8-10D9-42A4-FA90C37416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01395" y="1402080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C083A6-20BE-F2A9-85A5-44398E7060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50499" y="1606731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1B3384D-4721-80EE-CD48-7387021DE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50156" y="3059459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E0C308D-5D0E-E1FE-8B7C-3F38AE2FF4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66228" y="3204755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70B60C8-4F56-09E9-2053-230B88D5B6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62504" y="4395651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0479DF-54A6-26AD-069A-1758B09C4A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42663" y="3330375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50550F1-8968-3A57-7CB6-B975020982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7465" y="2899954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6708EC4-0FEF-0733-C736-B4A6716B4D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4403" y="3690602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42B4D0-687B-AC72-082F-F1698C0201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15811" y="3270940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D622BD6-18F9-E175-59CC-A6E8157DAE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93699" y="1528354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041A527-E0D6-BED7-6BB8-C53877889E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02897" y="5229497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2A77E62-A688-96DF-C3BD-8BCD27F466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42663" y="5621383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953AE32-CCBA-A827-7273-2427E83AFC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96995" y="4062549"/>
            <a:ext cx="87086" cy="78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A11BBBE-091C-98CA-C5D0-C08E329F5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8481" y="1837509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91C7BF3-D168-866F-5CB7-BE897ECBFA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44145" y="1618843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C288AFE-EDB4-84CF-8175-28396972E3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61930" y="1449977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CC40496-B7BC-3A4B-79E4-B66198F0D3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01395" y="3270939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C0C7900-FBFD-FDD8-5AE0-9D92852F4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15062" y="3609474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80BBA6D-3C00-1284-33E6-298FF9E149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32657" y="1587710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9AC3CB9-AC36-633C-48DC-3F87FADE6D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32424" y="1489164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40908FA-9EAF-4F51-00AB-0C255E97A2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1537" y="1489165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D00CEEB-787B-EDCC-F363-BE4F82D1A7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8961" y="3958046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A33207B-4EA5-F3B0-12B2-862F774264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41959" y="1697220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CFD7E9D-C2B2-BB6D-C438-47F50AB132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10846" y="4924698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B713F5F-C8EF-DB07-FE12-97D5AA2457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0595" y="5543006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CE62A8A-175F-1132-8705-A038E13381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50156" y="2821577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2B12FB8-BEE6-2EE0-F83F-CC7DC8F234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98629" y="2391156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1835BA1-0DC4-8282-1CB0-869E47779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82001" y="3038340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9937946-132B-4CA0-FC7D-63761433F7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80636" y="3813701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F41EB5E-A7EC-49CA-67B7-6387325EFB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09909" y="5190308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2FFEE29-7E49-6B95-37FF-420E6BD6FA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44022" y="3918857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185C10E-F2C6-0ADC-3B66-97BE3254DD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902" y="5408676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B62FC6A-8064-F9FE-76E2-56A82CFFB2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54196" y="4776652"/>
            <a:ext cx="87086" cy="783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070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18CF3F-0F57-F081-F306-53FC8786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235823" cy="857794"/>
          </a:xfrm>
        </p:spPr>
        <p:txBody>
          <a:bodyPr/>
          <a:lstStyle/>
          <a:p>
            <a:r>
              <a:rPr kumimoji="1" lang="ja-JP" altLang="en-US" dirty="0"/>
              <a:t>ボス戦ギミック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27E262-BE33-2A4A-7347-41F143940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280852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ボス戦が始まると、周囲の足場がマグマに溶けて円形のステージになる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高台に上ってボスの頭上に落ちる。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隕石の様な落下物。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ボスの</a:t>
            </a:r>
            <a:r>
              <a:rPr kumimoji="1" lang="en-US" altLang="ja-JP" dirty="0"/>
              <a:t>HP</a:t>
            </a:r>
            <a:r>
              <a:rPr kumimoji="1" lang="ja-JP" altLang="en-US" dirty="0"/>
              <a:t>によって変化するステージ。</a:t>
            </a:r>
            <a:endParaRPr kumimoji="1" lang="en-US" altLang="ja-JP" dirty="0"/>
          </a:p>
          <a:p>
            <a:r>
              <a:rPr kumimoji="1" lang="ja-JP" altLang="en-US" sz="1800" b="1" dirty="0"/>
              <a:t>変化内容</a:t>
            </a:r>
            <a:endParaRPr kumimoji="1" lang="en-US" altLang="ja-JP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足場が減る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ボスの行動パターンが変わる</a:t>
            </a:r>
            <a:endParaRPr kumimoji="1" lang="en-US" altLang="ja-JP" dirty="0"/>
          </a:p>
          <a:p>
            <a:r>
              <a:rPr lang="ja-JP" altLang="en-US" dirty="0"/>
              <a:t>　（速度が速くなり新しい攻撃をする）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アイテムボックスが減る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3" name="フローチャート: 結合子 2">
            <a:extLst>
              <a:ext uri="{FF2B5EF4-FFF2-40B4-BE49-F238E27FC236}">
                <a16:creationId xmlns:a16="http://schemas.microsoft.com/office/drawing/2014/main" id="{886062AA-4106-766C-AA3B-2E3BE14CAC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9549" y="1314994"/>
            <a:ext cx="4432663" cy="4232366"/>
          </a:xfrm>
          <a:prstGeom prst="flowChartConnector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0313602-E4DE-15BA-5DC3-2D6A719BE1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21488" y="2823754"/>
            <a:ext cx="1184366" cy="10624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87E881-CA0B-AAC1-21A6-397F97930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13960" y="1898468"/>
            <a:ext cx="243840" cy="217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B15C794-80F1-4E5B-6A33-FF19AA3182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48599" y="3246119"/>
            <a:ext cx="243840" cy="217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98729C9-09EF-9126-EABB-D090678787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91751" y="4749436"/>
            <a:ext cx="243840" cy="217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3806B07-936C-72DB-2CF1-BF59F78B9D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80766" y="3213462"/>
            <a:ext cx="243840" cy="217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548C8B5-0BD5-7DC6-AF6F-012035AFC7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8257634">
            <a:off x="9711776" y="4202679"/>
            <a:ext cx="1180601" cy="21771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9AD8DAA-232F-3DE2-01EE-389EFDB277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40455">
            <a:off x="7569536" y="4240109"/>
            <a:ext cx="1180601" cy="21771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72AA27-AFAA-BC5C-1E94-3654B0AEF8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7403682">
            <a:off x="7410970" y="2348898"/>
            <a:ext cx="1180601" cy="21771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D00A1EE-A3AC-6C69-B08F-27A3FCCCCD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732418">
            <a:off x="9564823" y="2296885"/>
            <a:ext cx="1180601" cy="21771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900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08F74E5-22AE-AC90-A96D-1F12079B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5400"/>
              <a:t>ゲームのクリア条件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4D4849-7763-E430-1280-0CF39B20F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872899"/>
            <a:ext cx="4470935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ja-JP" altLang="en-US" sz="2200" dirty="0"/>
              <a:t>スターを持った敵からスターを回収する。</a:t>
            </a:r>
            <a:endParaRPr kumimoji="1"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スターが指定数集まったら、次のステージに行く。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ja-JP" altLang="en-US" sz="2200" dirty="0"/>
              <a:t>ステージを一定数クリアしたらボス戦に行って、ボスを倒して終了</a:t>
            </a:r>
            <a:endParaRPr lang="en-US" altLang="ja-JP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ja-JP" sz="2200" dirty="0"/>
          </a:p>
        </p:txBody>
      </p:sp>
      <p:pic>
        <p:nvPicPr>
          <p:cNvPr id="5" name="図 4" descr="挿絵, 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A6D36D2-A745-72C9-089C-2ACB59EC4F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53" r="-1" b="2239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54200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CC871F-97B9-73AF-9F24-B831AF72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β</a:t>
            </a:r>
            <a:r>
              <a:rPr kumimoji="1" lang="ja-JP" altLang="en-US" dirty="0"/>
              <a:t>版要素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407D1B-B325-43EC-4F3E-3965E0B93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9FFAB6-FC60-515A-6D01-6D7DE6C36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kumimoji="1" lang="ja-JP" altLang="en-US" dirty="0"/>
              <a:t>ステージ</a:t>
            </a:r>
            <a:endParaRPr kumimoji="1" lang="en-US" altLang="ja-JP" dirty="0"/>
          </a:p>
          <a:p>
            <a:r>
              <a:rPr lang="en-US" altLang="ja-JP" dirty="0"/>
              <a:t>BGM</a:t>
            </a:r>
            <a:r>
              <a:rPr lang="ja-JP" altLang="en-US" dirty="0"/>
              <a:t>、</a:t>
            </a:r>
            <a:r>
              <a:rPr lang="en-US" altLang="ja-JP" dirty="0"/>
              <a:t>SE</a:t>
            </a:r>
            <a:r>
              <a:rPr lang="ja-JP" altLang="en-US" dirty="0"/>
              <a:t>本</a:t>
            </a:r>
            <a:r>
              <a:rPr lang="ja-JP" altLang="en-US"/>
              <a:t>実装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44130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514</TotalTime>
  <Words>382</Words>
  <Application>Microsoft Office PowerPoint</Application>
  <PresentationFormat>ワイド画面</PresentationFormat>
  <Paragraphs>70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Ghost Buster</vt:lpstr>
      <vt:lpstr>プレイヤーの行動</vt:lpstr>
      <vt:lpstr>一種類目の敵の行動</vt:lpstr>
      <vt:lpstr>二種類目の敵の行動</vt:lpstr>
      <vt:lpstr>ボスの行動</vt:lpstr>
      <vt:lpstr>UI</vt:lpstr>
      <vt:lpstr>ステージ</vt:lpstr>
      <vt:lpstr>一つ目のステージ</vt:lpstr>
      <vt:lpstr>ボスステージ</vt:lpstr>
      <vt:lpstr>ボス戦ギミック</vt:lpstr>
      <vt:lpstr>ゲームのクリア条件</vt:lpstr>
      <vt:lpstr>β版要素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永田 晄</dc:creator>
  <cp:lastModifiedBy>永田 晄</cp:lastModifiedBy>
  <cp:revision>1</cp:revision>
  <dcterms:created xsi:type="dcterms:W3CDTF">2025-10-02T02:26:56Z</dcterms:created>
  <dcterms:modified xsi:type="dcterms:W3CDTF">2025-10-10T03:32:19Z</dcterms:modified>
</cp:coreProperties>
</file>